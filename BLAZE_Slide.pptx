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🔥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BLAZE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fast. Ship safe. Sleep well.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194560" cy="1645920"/>
          </a:xfrm>
          <a:prstGeom prst="rect">
            <a:avLst/>
          </a:prstGeom>
          <a:solidFill>
            <a:srgbClr val="2A2A4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you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0A0B0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2377440"/>
            <a:ext cx="2194560" cy="1645920"/>
          </a:xfrm>
          <a:prstGeom prst="rect">
            <a:avLst/>
          </a:prstGeom>
          <a:solidFill>
            <a:srgbClr val="2A2A4E"/>
          </a:solidFill>
          <a:ln w="25400">
            <a:solidFill>
              <a:srgbClr val="F7C5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C5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0A0B0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194560" cy="1645920"/>
          </a:xfrm>
          <a:prstGeom prst="rect">
            <a:avLst/>
          </a:prstGeom>
          <a:solidFill>
            <a:srgbClr val="2A2A4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vibe code. We BLAZE.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BLAZE - Guide Gate Guard</dc:title>
  <dc:subject>PptxGenJS Presentation</dc:subject>
  <dc:creator>John</dc:creator>
  <cp:lastModifiedBy>John</cp:lastModifiedBy>
  <cp:revision>1</cp:revision>
  <dcterms:created xsi:type="dcterms:W3CDTF">2026-01-27T07:34:57Z</dcterms:created>
  <dcterms:modified xsi:type="dcterms:W3CDTF">2026-01-27T07:34:57Z</dcterms:modified>
</cp:coreProperties>
</file>